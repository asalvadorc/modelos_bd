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26" y="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" y="38100"/>
            <a:ext cx="16246475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-28232" y="0"/>
            <a:ext cx="16246475" cy="9067800"/>
          </a:xfrm>
          <a:prstGeom prst="rect">
            <a:avLst/>
          </a:prstGeom>
        </p:spPr>
      </p:pic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42063DEF-5518-33D8-28FF-7A4CD53B2CA2}"/>
              </a:ext>
            </a:extLst>
          </p:cNvPr>
          <p:cNvCxnSpPr/>
          <p:nvPr/>
        </p:nvCxnSpPr>
        <p:spPr>
          <a:xfrm>
            <a:off x="5918200" y="4191000"/>
            <a:ext cx="4953000" cy="0"/>
          </a:xfrm>
          <a:prstGeom prst="line">
            <a:avLst/>
          </a:prstGeom>
          <a:ln w="571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F7FD3425-ADC6-673F-7CEB-0D17679AC5E9}"/>
              </a:ext>
            </a:extLst>
          </p:cNvPr>
          <p:cNvCxnSpPr/>
          <p:nvPr/>
        </p:nvCxnSpPr>
        <p:spPr>
          <a:xfrm>
            <a:off x="5918200" y="2667000"/>
            <a:ext cx="1066800" cy="0"/>
          </a:xfrm>
          <a:prstGeom prst="line">
            <a:avLst/>
          </a:prstGeom>
          <a:ln w="571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0</Words>
  <Application>Microsoft Office PowerPoint</Application>
  <PresentationFormat>Personalizado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alicia salvador</dc:creator>
  <cp:lastModifiedBy>alicia salvador</cp:lastModifiedBy>
  <cp:revision>2</cp:revision>
  <dcterms:created xsi:type="dcterms:W3CDTF">2006-08-16T00:00:00Z</dcterms:created>
  <dcterms:modified xsi:type="dcterms:W3CDTF">2026-07-22T11:59:23Z</dcterms:modified>
</cp:coreProperties>
</file>